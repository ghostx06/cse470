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" name="Google Shape;26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5" name="Google Shape;3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" name="Google Shape;4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7" name="Google Shape;5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2" name="Google Shape;7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8" name="Google Shape;8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9" name="Google Shape;8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2" name="Google Shape;9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1" name="Google Shape;10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61446" y="4128138"/>
            <a:ext cx="2933350" cy="2749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82" y="6014906"/>
            <a:ext cx="866008" cy="863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40580" y="100668"/>
            <a:ext cx="903214" cy="8645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4700">
                <a:latin typeface="Arial"/>
                <a:ea typeface="Arial"/>
                <a:cs typeface="Arial"/>
                <a:sym typeface="Arial"/>
              </a:rPr>
              <a:t>CSE470: Software Engineering</a:t>
            </a:r>
            <a:endParaRPr/>
          </a:p>
        </p:txBody>
      </p:sp>
      <p:sp>
        <p:nvSpPr>
          <p:cNvPr id="118" name="Google Shape;118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3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