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Lexend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74cfe3e4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74cfe3e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371599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37159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371599e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371599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371599e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371599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371599e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371599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e371599e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e371599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371599e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e371599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e371599e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e371599e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e371599e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e371599e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371599e1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371599e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Waterfall Model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Waterfall Model?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sequential methodology for software project management.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 are times when the requirements for a problem are well understood—when work flows from communication through deployment in a reasonably linear fashion.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also called the </a:t>
            </a:r>
            <a:r>
              <a:rPr lang="en-US" u="sng"/>
              <a:t>Classic Life Cycle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does it occur?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situation is sometimes encountered when well-defined adaptations or enhancements to an existing system must be made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Example: An adaptation to accounting software that has been mandated because of changes to government regulations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may also occur in a limited number of new development efforts, but only when requirements are well defined and reasonably stable.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 the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Requirement Collection &amp; Analysis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Design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Coding/Implementation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Testing/Verification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Deployment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Maintenance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پرونده:Waterfall system model.jpg - ویکی‌پدیا، دانشنامهٔ آزاد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6074" r="6153" t="22366"/>
          <a:stretch/>
        </p:blipFill>
        <p:spPr>
          <a:xfrm>
            <a:off x="6641225" y="1895800"/>
            <a:ext cx="5324126" cy="37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Requirement Analysis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this phase, all the requirements are gathered from the client. Basically collecting information about what the client wants their software to do. Then our job is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Address the problem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feasible and infeasible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how the software helps our client attain their requirements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Design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this step, the requirements gathered in the previous step is converted into different format (Diagrams) that can be coded in a programming language.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It usually includes a high level and detailed design and architecture of the proposed software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Development/Coding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After the design is fixed: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The design is converted into blocks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Those blocks are converted into code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Step by step converting the design to a workable software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Testing phase starts after the development phase is completed.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finished product is tested based on the user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case of any problem, it is fixed in code (Unit Testing)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It is usually done in several phases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Deployment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software is deployed in the production environment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Test to check if the system is performing as expected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Maintenance 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 anything goes wrong in the deployment process, it is fixed here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Keeping the software working over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Easy to Understand and Implement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Each Step is properly defined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Steps are performed one at a time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Clear goals of each step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feedback path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step overlapping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Not flexible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Limited Stakeholder Involvement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Late error detection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Working product after the last step of the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When Requirements are well known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Little to no changes expected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Small to Medium Projects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Minimum Client Involvement needed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Resources are available and trained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Waterfall approach involves less user interaction in the product development process. The product can only be shown to end user when it is ready.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Study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1:</a:t>
            </a:r>
            <a:r>
              <a:rPr lang="en-US"/>
              <a:t> 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2:</a:t>
            </a:r>
            <a:r>
              <a:rPr lang="en-US"/>
              <a:t> Your start-up company wants to develop an accounting calculator for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Question:</a:t>
            </a:r>
            <a:r>
              <a:rPr lang="en-US"/>
              <a:t> Determine if you can implement both cases in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1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Local shop (Small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Already existing business (Fixed Requirement)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Verdict:</a:t>
            </a:r>
            <a:r>
              <a:rPr lang="en-US"/>
              <a:t> Waterfall can be Implemented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2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Your company wants to develop an accounting calculator for start-up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Super shop (Big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Start up (Requirements are not fixed)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</a:t>
            </a:r>
            <a:r>
              <a:rPr lang="en-US"/>
              <a:t>: Cannot implement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https://www.geeksforgeeks.org/waterfall-model/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